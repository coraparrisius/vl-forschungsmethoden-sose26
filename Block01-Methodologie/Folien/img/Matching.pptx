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93"/>
    <p:restoredTop sz="94707"/>
  </p:normalViewPr>
  <p:slideViewPr>
    <p:cSldViewPr snapToGrid="0">
      <p:cViewPr>
        <p:scale>
          <a:sx n="134" d="100"/>
          <a:sy n="134" d="100"/>
        </p:scale>
        <p:origin x="472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781F84-AED5-FE96-763B-D8035EA81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2468AE-22CC-9624-7FD4-B84BBE139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8AFF56-537A-950D-E0B6-30FB8C050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CCD46D-9B09-D6DA-BCDB-90ABFAAE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9C1C95-6F42-28BD-4E18-D074FB1C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152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AE055-14D3-B1F3-AFB7-F318A015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A7EB22-4A00-076C-E797-E7B9BF422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A10CB7-5FD5-0EA9-6B4A-0FCCF73F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3242F7-E60F-B237-C225-25F8155B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DA8E17-0AC0-2C03-17D7-68BBCA41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212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0A1976-FBBF-BFE3-A577-BCB678FE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AAAF29-571E-B847-F5C7-A0189D5B4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D9F660-4F55-4D8B-9DF6-37F82EAD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A906F-8FEC-C6AD-7F07-A8B6FAB0A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BE9993-A8F2-8EFD-AD40-84192CAF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88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0602DA-32D9-284F-C288-74B2EAEF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54D1CF-1C0E-9563-60D1-BED63F493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04EC5B-5B85-EF53-7EB3-4A7E3D2A5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4F5DC7-F3FA-B357-CD55-B1F46DC06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A68325-1787-AA67-85C2-7E517B4C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833FE6-B919-FE28-A366-15C21655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623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64BA3-5122-FE6B-1E1D-E72C2B07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B24A55-2E5D-6A2F-49EB-B9E90C6AF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502012-7DA6-9C37-7DA4-8872D2AF0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5006EB-36BA-35E2-9B27-4E0C16B05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E8FB8D7-5758-A4D6-CAF7-BFF3E3C65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883EF48-0F91-0EEE-FA5A-D83AC6FB7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06329C0-DC18-00FF-64BD-C3DF54017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45A1F1-D80E-6ECC-BDCE-9B3348F4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3854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0DEBA-737A-DE86-A6E5-C06339AD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121C80-1BC7-4603-A224-E739894A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18494E-E565-69CA-6B2C-FEEE3641E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17769D-3B74-227B-4CDE-AA5B4104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42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B822658-A4FE-ECE7-C1B5-3BE72E20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7A6BA84-6A98-8BB1-94CB-D062184B8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79F35D-3D14-168D-A24A-4D3EBE01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6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16BA8-94A7-4977-3A56-66529D7CC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11FAF5-D072-942E-56C8-492F90954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5CB224-A6F9-F7A6-5F91-943ED60A7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8A638F-F42A-53CC-92A7-C3A11148A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B6013C-8251-37F1-126E-5EF1D567C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DF7491-01A9-4422-8259-E79CCD0D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260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563B9-1F7E-15B4-6A51-AE22CF2E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799DCD1-F24F-A704-EC2C-33693BCD7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2678BA-0DCE-25BE-F70C-B3DD28617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329B03-ED59-09C5-94F0-5AC32758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4114E7-727E-3717-E496-EDBC4702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58C29B-D3C6-C3A4-9BFE-AB407B0E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071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9C10CC-BF5E-8558-F810-8DB1A237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5ECFAF-016E-E633-6411-2A4F6E611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7B212D-CA1E-23E4-BA98-57AC9B4E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107456-5D46-3D93-92FE-5FD44D42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E39FA-AEF3-35CB-4E70-D27370E91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6114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56B96E4-2FC7-0094-3351-4810FA4AA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7A4EF5-9688-51AB-CBCD-EC12F755D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DAADEA-D7DC-7EFC-462B-5FC441DC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82BB6D-939C-DF20-4018-2636C0A9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9B868-CAFF-5959-63FF-B429F7ABA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09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6FC3F0C-F8D4-7D5D-1C00-2D86F138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B6B85A-998D-5EB5-7021-036B3B716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A6C3DC-355B-8861-4E4B-A17778B96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4DDDE-98C0-EC4F-8C0F-FF0B775161CC}" type="datetimeFigureOut">
              <a:rPr lang="de-DE" smtClean="0"/>
              <a:t>28.04.26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F14006-A726-BE9B-1EE4-A6A2EFD27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6C96B8-DE3B-B0E3-577F-F28E0AE00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DA9A5-737B-894C-9E73-0604633849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6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Oppenheimer">
            <a:extLst>
              <a:ext uri="{FF2B5EF4-FFF2-40B4-BE49-F238E27FC236}">
                <a16:creationId xmlns:a16="http://schemas.microsoft.com/office/drawing/2014/main" id="{748CB0BF-C2ED-31F5-00D7-5AA2BECAB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173" y="1801309"/>
            <a:ext cx="3565002" cy="200531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F565ACA-C0A8-5075-5E9C-EFBBE3D92C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84" b="26695"/>
          <a:stretch>
            <a:fillRect/>
          </a:stretch>
        </p:blipFill>
        <p:spPr>
          <a:xfrm>
            <a:off x="6857035" y="1797280"/>
            <a:ext cx="3005532" cy="200531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89A0BFB-E667-26F4-A0C7-276E353EEF8F}"/>
              </a:ext>
            </a:extLst>
          </p:cNvPr>
          <p:cNvSpPr txBox="1"/>
          <p:nvPr/>
        </p:nvSpPr>
        <p:spPr>
          <a:xfrm>
            <a:off x="2906955" y="4094017"/>
            <a:ext cx="3387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Männlich</a:t>
            </a:r>
          </a:p>
          <a:p>
            <a:pPr algn="ctr"/>
            <a:r>
              <a:rPr lang="de-DE" dirty="0"/>
              <a:t>Geboren am 25. Mai</a:t>
            </a:r>
          </a:p>
          <a:p>
            <a:pPr algn="ctr"/>
            <a:r>
              <a:rPr lang="de-DE" dirty="0"/>
              <a:t>Verheiratet</a:t>
            </a:r>
          </a:p>
          <a:p>
            <a:pPr algn="ctr"/>
            <a:r>
              <a:rPr lang="de-DE" dirty="0"/>
              <a:t>Steht nicht gerne im Rampenlicht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0921820-DFE0-CC33-5EE2-EAE996176D6E}"/>
              </a:ext>
            </a:extLst>
          </p:cNvPr>
          <p:cNvSpPr txBox="1"/>
          <p:nvPr/>
        </p:nvSpPr>
        <p:spPr>
          <a:xfrm>
            <a:off x="6668828" y="4094017"/>
            <a:ext cx="3387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Männlich</a:t>
            </a:r>
          </a:p>
          <a:p>
            <a:pPr algn="ctr"/>
            <a:r>
              <a:rPr lang="de-DE" dirty="0"/>
              <a:t>Geboren am 25. Mai</a:t>
            </a:r>
          </a:p>
          <a:p>
            <a:pPr algn="ctr"/>
            <a:r>
              <a:rPr lang="de-DE" dirty="0"/>
              <a:t>Verheiratet</a:t>
            </a:r>
          </a:p>
          <a:p>
            <a:pPr algn="ctr"/>
            <a:r>
              <a:rPr lang="de-DE" dirty="0"/>
              <a:t>Steht nicht gerne im Rampenlicht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B474182-358A-4711-FD56-01C25AD1A6A7}"/>
              </a:ext>
            </a:extLst>
          </p:cNvPr>
          <p:cNvSpPr txBox="1"/>
          <p:nvPr/>
        </p:nvSpPr>
        <p:spPr>
          <a:xfrm>
            <a:off x="2906954" y="1345096"/>
            <a:ext cx="338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Treatment-Gruppe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591B448-02A6-5EFF-CB3E-F4ADB823BA01}"/>
              </a:ext>
            </a:extLst>
          </p:cNvPr>
          <p:cNvSpPr txBox="1"/>
          <p:nvPr/>
        </p:nvSpPr>
        <p:spPr>
          <a:xfrm>
            <a:off x="6666082" y="1355415"/>
            <a:ext cx="338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Kontroll-Gruppe</a:t>
            </a:r>
          </a:p>
        </p:txBody>
      </p: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005A9DD7-CCEE-DAD4-FAAE-D32F2A484ED3}"/>
              </a:ext>
            </a:extLst>
          </p:cNvPr>
          <p:cNvCxnSpPr/>
          <p:nvPr/>
        </p:nvCxnSpPr>
        <p:spPr>
          <a:xfrm>
            <a:off x="6611777" y="1143003"/>
            <a:ext cx="0" cy="4320000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82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Breitbild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CP</dc:creator>
  <cp:lastModifiedBy>CP</cp:lastModifiedBy>
  <cp:revision>1</cp:revision>
  <dcterms:created xsi:type="dcterms:W3CDTF">2026-04-28T09:36:20Z</dcterms:created>
  <dcterms:modified xsi:type="dcterms:W3CDTF">2026-04-28T14:04:19Z</dcterms:modified>
</cp:coreProperties>
</file>